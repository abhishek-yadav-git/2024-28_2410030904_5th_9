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2DCE6"/>
                </a:solidFill>
              </a:defRPr>
            </a:pPr>
            <a:r>
              <a:t>INTERNSHIP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Data Analytics</a:t>
            </a:r>
            <a:br/>
            <a:r>
              <a:t>Job Simulation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1BE69"/>
                </a:solidFill>
              </a:defRPr>
            </a:pPr>
            <a:r>
              <a:t>Interns of Industry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Presented by: Abhishek Kumar | Roll No. 2410030904 | Semester V | Section 9</a:t>
            </a:r>
          </a:p>
          <a:p>
            <a:pPr>
              <a:defRPr sz="1500">
                <a:solidFill>
                  <a:srgbClr val="D2DCE6"/>
                </a:solidFill>
              </a:defRPr>
            </a:pPr>
            <a:r>
              <a:t>Internship Duration: 4 June 2026 – 2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266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Interns of Industry (IOI Labs)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8"/>
            <a:ext cx="30266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Data Analytics Job Simulation Internship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892808"/>
            <a:ext cx="302666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4 June 2026 – 2 July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51663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547872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Focus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41648"/>
            <a:ext cx="476402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Practical data analytics tasks involving exploratory analysis, risk profiling, AI-based delinquency prediction, business reporting and collections strategy.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83280"/>
            <a:ext cx="53949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547872"/>
            <a:ext cx="49926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Working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041648"/>
            <a:ext cx="499262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Hands-on, project-oriented learning with emphasis on transforming data into useful business insights and actionable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Objectives of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Understand the practical workflow of data analytics.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Perform exploratory data analysis to identify patterns and trends.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Build risk profiles from relevant business data.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Explore AI-based approaches for predicting delinquency.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Communicate findings through business reports and data storytelling.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Understand how analytics can support an AI-driven collections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Project / Task 1: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011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What was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901183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Exploration of available data to understand its structure, distributions, patterns, missing values and business-relevant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011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Risk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901183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Grouping and interpreting records based on relevant risk indicators to support better prioritization and decision-making.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1083564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730752"/>
            <a:ext cx="104333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Typical Analytics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24528"/>
            <a:ext cx="1043330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Data loading → data quality checks → descriptive statistics → visualization → pattern identification → risk interpretation → business insights.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Project / Task 2: Predicting Delinquency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2666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Identify patterns that may indicate a higher likelihood of delinquency.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8"/>
            <a:ext cx="302666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Clean data, handle missing values where applicable, select useful features and prepare data for modelling.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AI / ML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892808"/>
            <a:ext cx="302666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Use a suitable classification workflow to estimate delinquency risk and evaluate model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083564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85032"/>
            <a:ext cx="104333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Business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178808"/>
            <a:ext cx="1043330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A predictive approach can help prioritize accounts, focus collection efforts and support more informed, data-driven decisions. Actual model metrics should be reported from the internship dataset/results.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Project / Task 3: Business Report &amp; Data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Convert analytical findings into a clear business narrative.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Use charts and summaries to communicate important trends.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Highlight high-priority risk segments and possible collection implications.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Present insights in a way that can be understood by non-technical stakeholders.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Connect analytical observations with practical business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Project / Task 4: AI-driven Collections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1. 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26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Use data and risk indicators to identify accounts requiring attention.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2. Prioritize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8"/>
            <a:ext cx="3026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Rank or segment cases so collection resources can focus on higher-priority situations.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3.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892808"/>
            <a:ext cx="3026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Use insights to support appropriate collection actions and communication strategies.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657600"/>
            <a:ext cx="342900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382219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4.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315968"/>
            <a:ext cx="302666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Track outcomes and refine the strategy using updated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342900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2219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5. 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315968"/>
            <a:ext cx="302666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Continuously improve decisions through analytics and model feedback.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Tools &amp; Skills Relevant to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266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Data handling, analysis and automation using Python-based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8"/>
            <a:ext cx="30266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Data cleaning, transformation, calculations and structured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9903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892808"/>
            <a:ext cx="30266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Charts and plots for exploring patterns and communicating insights.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3931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133087"/>
            <a:ext cx="30266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Classification-oriented workflow for delinquency prediction, where applicable.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63931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Data Storytelling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133087"/>
            <a:ext cx="30266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Turning analytical outputs into concise business reports and recommendations.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47472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363931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Business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4133087"/>
            <a:ext cx="30266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Risk prioritization and analytics-supported collections strategy.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Developed a practical understanding of the end-to-end data analytics process.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Improved ability to inspect, clean and interpret structured business data.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Learned how exploratory analysis can support risk profiling.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Understood the role of AI / machine learning in delinquency prediction.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Improved data visualization and business storytelling skills.</a:t>
            </a:r>
          </a:p>
          <a:p>
            <a:pPr>
              <a:spcAft>
                <a:spcPts val="1100"/>
              </a:spcAft>
              <a:defRPr sz="2100">
                <a:solidFill>
                  <a:srgbClr val="232B32"/>
                </a:solidFill>
              </a:defRPr>
            </a:pPr>
            <a:r>
              <a:t>• Learned how analytics can be connected to operational decision-making.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5156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10113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Overall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84248"/>
            <a:ext cx="10113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The internship provided a practical exposure to data analytics through exploratory analysis, risk profiling, AI-based delinquency prediction, business reporting and an AI-driven collections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822191"/>
            <a:ext cx="46725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Career 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315968"/>
            <a:ext cx="4672583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The experience strengthened analytical thinking, problem solving and business-focused data interpretation.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07492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3822191"/>
            <a:ext cx="46725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C4D"/>
                </a:solidFill>
              </a:defRPr>
            </a:pPr>
            <a:r>
              <a:t>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4315968"/>
            <a:ext cx="4672583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2"/>
                </a:solidFill>
              </a:defRPr>
            </a:pPr>
            <a:r>
              <a:t>Continue developing skills in Python, SQL, visualization, statistics and machine learning through real datasets and projects.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Internship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157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24128"/>
            <a:ext cx="107442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E1BE69"/>
                </a:solidFill>
              </a:defRPr>
            </a:pPr>
            <a:r>
              <a:t>Abhishek Kumar</a:t>
            </a:r>
          </a:p>
          <a:p>
            <a:pPr algn="ctr">
              <a:defRPr sz="1600">
                <a:solidFill>
                  <a:srgbClr val="DCE6F0"/>
                </a:solidFill>
              </a:defRPr>
            </a:pPr>
            <a:r>
              <a:t>Data Analytics Job Simulation Internship | Interns of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8"/>
                </a:solidFill>
              </a:defRPr>
            </a:pPr>
            <a:r>
              <a:t>Interns of Industry | Data Analytics Job Simulation Internship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